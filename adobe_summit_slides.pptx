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as a conversation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AI-agenter som vores primære konversationsinterface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1508760"/>
          </a:xfrm>
          <a:prstGeom prst="rect">
            <a:avLst/>
          </a:prstGeom>
          <a:solidFill>
            <a:srgbClr val="141E34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a new UI for software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22677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Jensen Huang, NVIDIA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3840480" cy="1508760"/>
          </a:xfrm>
          <a:prstGeom prst="rect">
            <a:avLst/>
          </a:prstGeom>
          <a:solidFill>
            <a:srgbClr val="141E34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Smeltet proces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og orkestrering smelter sammen til én samlet, sammenhængende proces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3154680"/>
            <a:ext cx="4023360" cy="1508760"/>
          </a:xfrm>
          <a:prstGeom prst="rect">
            <a:avLst/>
          </a:prstGeom>
          <a:solidFill>
            <a:srgbClr val="141E34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Human-centerede platforme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6393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Vores platforme forstår og handler direkte på vores requests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er med fra starten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Data Insights Agent v2 — nu tilgængelig for os alle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31920" cy="1005840"/>
          </a:xfrm>
          <a:prstGeom prst="rect">
            <a:avLst/>
          </a:prstGeom>
          <a:solidFill>
            <a:srgbClr val="141E34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90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490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Eksklusiv tidlig adgang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har adgang som én af de første virksomheder i verden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3931920" cy="1005840"/>
          </a:xfrm>
          <a:prstGeom prst="rect">
            <a:avLst/>
          </a:prstGeom>
          <a:solidFill>
            <a:srgbClr val="141E34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5877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2587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aktiveret hos 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971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har implementeret v2 direkte i vores miljø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3931920" cy="1005840"/>
          </a:xfrm>
          <a:prstGeom prst="rect">
            <a:avLst/>
          </a:prstGeom>
          <a:solidFill>
            <a:srgbClr val="141E34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6850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6850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Hvad er Data Insights Agent?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40690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i CJA — stil spørgsmål på naturligt sprog og få svar fra dine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1005840"/>
          </a:xfrm>
          <a:prstGeom prst="rect">
            <a:avLst/>
          </a:prstGeom>
          <a:solidFill>
            <a:srgbClr val="141E34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490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6088" y="14904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Tæt samarbejde med Adobe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82312" y="18745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former agenten baseret på vores egne use cases og behov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514600"/>
            <a:ext cx="4023360" cy="1005840"/>
          </a:xfrm>
          <a:prstGeom prst="rect">
            <a:avLst/>
          </a:prstGeom>
          <a:solidFill>
            <a:srgbClr val="141E34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5877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76088" y="25877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Summit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82312" y="29718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cementerede og styrkede vores strategiske relation med Adobe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721608"/>
            <a:ext cx="4023360" cy="9875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8130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Prøv det nu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63440" y="41970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Gå til Analysis Workspace i CJA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2026-05-22T13:29:04Z</dcterms:created>
  <dcterms:modified xsi:type="dcterms:W3CDTF">2026-05-22T13:29:04Z</dcterms:modified>
</cp:coreProperties>
</file>